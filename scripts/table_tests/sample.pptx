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486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Sales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371600"/>
          <a:ext cx="640080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00200"/>
                <a:gridCol w="1600200"/>
                <a:gridCol w="1600200"/>
                <a:gridCol w="1600200"/>
              </a:tblGrid>
              <a:tr h="685800">
                <a:tc>
                  <a:txBody>
                    <a:bodyPr/>
                    <a:lstStyle/>
                    <a:p>
                      <a:r>
                        <a:t>Region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Q3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North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150</a:t>
                      </a:r>
                    </a:p>
                  </a:txBody>
                  <a:tcPr/>
                </a:tc>
              </a:tr>
              <a:tr h="685800">
                <a:tc>
                  <a:txBody>
                    <a:bodyPr/>
                    <a:lstStyle/>
                    <a:p>
                      <a:r>
                        <a:t>South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110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90</a:t>
                      </a:r>
                    </a:p>
                  </a:txBody>
                  <a:tcPr/>
                </a:tc>
              </a:tr>
              <a:tr h="685800">
                <a:tc gridSpan="3">
                  <a:txBody>
                    <a:bodyPr/>
                    <a:lstStyle/>
                    <a:p>
                      <a:r>
                        <a:t>Subtotal: all regions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t>240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